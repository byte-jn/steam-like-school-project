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78e16930_3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878e16930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78e16930_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78e16930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78e16930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878e16930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78e16930_3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878e16930_3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78e16930_3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878e16930_3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708fc8c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708fc8c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78e16930_3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78e16930_3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878e16930_3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878e16930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78e16930_3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878e16930_3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78e169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878e169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78e16930_3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878e16930_3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878e16930_3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878e16930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/>
              <a:t>Steam-Like-Application </a:t>
            </a:r>
            <a:endParaRPr sz="3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37150" y="3226713"/>
            <a:ext cx="444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Konsolenanwendung zur Verwaltung und Speicherung von Daten 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146425" y="4274425"/>
            <a:ext cx="698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Hossein Ahmadi, Jannis Lauer, Re</a:t>
            </a:r>
            <a:r>
              <a:rPr lang="de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iner </a:t>
            </a:r>
            <a:r>
              <a:rPr lang="de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Wels</a:t>
            </a:r>
            <a:br>
              <a:rPr lang="de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de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19.05.2026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ctrTitle"/>
          </p:nvPr>
        </p:nvSpPr>
        <p:spPr>
          <a:xfrm>
            <a:off x="3253750" y="388175"/>
            <a:ext cx="5366100" cy="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Gliederung </a:t>
            </a:r>
            <a:endParaRPr/>
          </a:p>
        </p:txBody>
      </p:sp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3253750" y="1298975"/>
            <a:ext cx="51108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Projektziel &amp; Problemstellung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Das System(UML-Anwendungsfalldiagramm)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Die Architektur (UML-Klassendiagramm)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Die Objekte im Speicher (UML-Objektdiagramm)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Code-Highlights &amp; Live-Demo (Konsolen-Anwendung)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Persistenz &amp; Unit Tests</a:t>
            </a:r>
            <a:br>
              <a:rPr lang="de" sz="1700"/>
            </a:br>
            <a:endParaRPr sz="1700"/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 sz="1700"/>
              <a:t>Reflexion &amp; Projektabschluss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ctrTitle"/>
          </p:nvPr>
        </p:nvSpPr>
        <p:spPr>
          <a:xfrm>
            <a:off x="3537150" y="430675"/>
            <a:ext cx="5017500" cy="9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Projektziel </a:t>
            </a:r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537150" y="1263050"/>
            <a:ext cx="4155300" cy="2992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00"/>
              <a:buFont typeface="Arial"/>
              <a:buChar char="●"/>
            </a:pPr>
            <a: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Spiele- und Nutzerdaten müssen strukturiert verwaltet, durchsucht und persistent gespeichert werden.</a:t>
            </a:r>
            <a:b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00"/>
              <a:buFont typeface="Arial"/>
              <a:buChar char="●"/>
            </a:pPr>
            <a: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Eine schlanke, performante Konsolenanwendung in Java. </a:t>
            </a:r>
            <a:b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00"/>
              <a:buFont typeface="Arial"/>
              <a:buChar char="●"/>
            </a:pPr>
            <a: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Menüführung mit CRUD-Operationen (Anzeigen, Einfügen, Ändern, Löschen).</a:t>
            </a:r>
            <a:b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1400"/>
              <a:buFont typeface="Arial"/>
              <a:buChar char="●"/>
            </a:pPr>
            <a:r>
              <a:rPr lang="de" sz="14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Benutzer Daten in CSV-Dateien speichern</a:t>
            </a:r>
            <a:endParaRPr sz="188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ctrTitle"/>
          </p:nvPr>
        </p:nvSpPr>
        <p:spPr>
          <a:xfrm>
            <a:off x="4126500" y="363675"/>
            <a:ext cx="5017500" cy="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1900"/>
              <a:t>Das System (UML-Anwendungsfalldiagramm) </a:t>
            </a:r>
            <a:endParaRPr sz="1900"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0971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ctrTitle"/>
          </p:nvPr>
        </p:nvSpPr>
        <p:spPr>
          <a:xfrm>
            <a:off x="4372350" y="367375"/>
            <a:ext cx="41823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356"/>
              <a:t>Die Architektur (UML-Klassendiagramm)</a:t>
            </a:r>
            <a:r>
              <a:rPr lang="de"/>
              <a:t> 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7375"/>
            <a:ext cx="4067550" cy="444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ctrTitle"/>
          </p:nvPr>
        </p:nvSpPr>
        <p:spPr>
          <a:xfrm>
            <a:off x="4572000" y="0"/>
            <a:ext cx="4389000" cy="11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100"/>
              <a:t>Die Objekte im (UML-Objektdiagramm) </a:t>
            </a:r>
            <a:endParaRPr sz="2100"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2150"/>
            <a:ext cx="8839202" cy="390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ctrTitle"/>
          </p:nvPr>
        </p:nvSpPr>
        <p:spPr>
          <a:xfrm>
            <a:off x="3531525" y="1596750"/>
            <a:ext cx="50943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00"/>
              <a:t>Code-Highlights &amp; Live-Demo (Konsolen-Anwendung)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3081625" y="15222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Persistenz &amp; Qualitätssicherung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ctrTitle"/>
          </p:nvPr>
        </p:nvSpPr>
        <p:spPr>
          <a:xfrm>
            <a:off x="3292250" y="5986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Projektdokumentation &amp; Reflexion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Applikation “production ready” machen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349" y="1522945"/>
            <a:ext cx="914100" cy="94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5369" y="1621956"/>
            <a:ext cx="2466976" cy="560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031" y="3055744"/>
            <a:ext cx="1250121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2645" y="3212975"/>
            <a:ext cx="2550150" cy="7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13363" y="1445113"/>
            <a:ext cx="914100" cy="9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26298" y="2964127"/>
            <a:ext cx="1388225" cy="13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4025" y="3212975"/>
            <a:ext cx="1091300" cy="10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ctrTitle"/>
          </p:nvPr>
        </p:nvSpPr>
        <p:spPr>
          <a:xfrm>
            <a:off x="5472150" y="312950"/>
            <a:ext cx="2694300" cy="11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 </a:t>
            </a:r>
            <a:endParaRPr/>
          </a:p>
        </p:txBody>
      </p:sp>
      <p:sp>
        <p:nvSpPr>
          <p:cNvPr id="205" name="Google Shape;205;p24"/>
          <p:cNvSpPr txBox="1"/>
          <p:nvPr>
            <p:ph idx="1" type="subTitle"/>
          </p:nvPr>
        </p:nvSpPr>
        <p:spPr>
          <a:xfrm>
            <a:off x="4090625" y="1067425"/>
            <a:ext cx="3470700" cy="19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GitHub:</a:t>
            </a:r>
            <a:r>
              <a:rPr lang="de"/>
              <a:t>https://github.com/byte-jn/steam-like-school-project.git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ctrTitle"/>
          </p:nvPr>
        </p:nvSpPr>
        <p:spPr>
          <a:xfrm>
            <a:off x="3115325" y="6123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Vielen Dank für Ihre Aufmerksamkeit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